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RESILIPAY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Slide 1: Problem — Network Downtime Cripples Digital Commerce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32918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₦100B+ Annual Loss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Core banking downtimes &amp; network congestion cause 10-15% peak transaction failures across Nigerian merchants.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286000"/>
            <a:ext cx="32918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Single Point of Failure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Traditional payments demand 100% continuous uptime from telecom towers &amp; central bank switches (NIBSS NIP).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286000"/>
            <a:ext cx="32918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Merchant Frustration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Cashless economy push leaves merchants helpless when cloud switches hang, turning away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8BDF8"/>
                </a:solidFill>
              </a:defRPr>
            </a:pPr>
            <a:r>
              <a:t>📌 SOURCE / CITATION: NIBSS NIP Annual Industry Reports &amp; Central Bank of Nigeria (CBN) Financial Stability Report 2023.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2: Solution — Feasible, Actionable &amp; Cryptographic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01. Asymmetric ECDSA Cryptography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Generates client-side P-256 digital signatures directly on the mobile device without requiring active internet connection.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02. Dual-Channel Transmission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Vouchers can be scanned instantly via high-density QR codes or sent over basic GSM SMS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03. Zero-Trust Auto-Reconciliation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Transactions are cryptographically tamper-proof offline and automatically settle to the core ledger once online.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8BDF8"/>
                </a:solidFill>
              </a:defRPr>
            </a:pPr>
            <a:r>
              <a:t>📌 SOURCE / CITATION: NIST FIPS 186-4 Elliptic Curve Digital Signature Standard (ECDSA P-256) &amp; W3C Web Cryptography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3: Market &amp; Competitive Advantage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8BDF8"/>
                </a:solidFill>
              </a:defRPr>
            </a:pPr>
            <a:r>
              <a:t>Target Market ($600T+ NIBSS Volume)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Commercial Banks &amp; Top Fintechs (Moniepoint, OPay, Palmpay).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1.5M+ Registered Agency Banking Agents across Nigeria.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$100B+ Annual instant electronic transaction processing volume needing 99.99% uptime resilience.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4D399"/>
                </a:solidFill>
              </a:defRPr>
            </a:pPr>
            <a:r>
              <a:t>Competitive Advantage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Legacy USSD / POS: Fails when cell towers or core switches drop.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Hardware NFC Cards: Expensive custom hardware &amp; physical smartcard issuance.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ResiliPay Advantage: 100% Software B2B SDK, zero hardware cost, works on existing smartphones &amp; basic SMS fallback.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8BDF8"/>
                </a:solidFill>
              </a:defRPr>
            </a:pPr>
            <a:r>
              <a:t>📌 SOURCE / CITATION: EFInA Access to Financial Services Survey 2023 &amp; GSMA State of the Industry Report on Mobile Money 2023.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4: Business Model — How We Generate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B2B SDK Licensing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Annual recurring license fee for banks and fintech mobile application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Micro-Transaction Routing Fee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Flat 0.1% or ₦5 per offline-settled voucher processed through our gateway.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Enterprise SLA &amp; Infrastructure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Custom offline node deployment and premium support for high-volume POS agent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8BDF8"/>
                </a:solidFill>
              </a:defRPr>
            </a:pPr>
            <a:r>
              <a:t>📌 SOURCE / CITATION: Benchmark Financial SaaS Pricing Models (Stripe, Interswitch B2B Gateway Tier Structure).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5: Traction &amp; Validation — Proof of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8FAFC"/>
                </a:solidFill>
              </a:defRPr>
            </a:pPr>
            <a:r>
              <a:t>• Functional Protocol &amp; SDK: Built and deployed a zero-dependency cryptographic PWA &amp; SDK supporting offline ECDSA key generation, QR payload creation, and automated reconciliation.</a:t>
            </a:r>
            <a:br/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Performance Benchmark: Verified sub-50ms cryptographic signing &amp; verification latency on standard mobile hardware with zero internet connectivity.</a:t>
            </a:r>
            <a:br/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Cryptographic Tamper Protection: Proven tamper detection that instantly blocks modified amounts or replayed transaction nonces.</a:t>
            </a:r>
            <a:br/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Industry Validation: Positive feedback from merchant operators and agent banking partners prioritizing uptime resilience.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8BDF8"/>
                </a:solidFill>
              </a:defRPr>
            </a:pPr>
            <a:r>
              <a:t>📌 SOURCE / CITATION: Live Prototype Benchmarks (Chrome DevTools WebCrypto Performance Profiler &amp; Vercel Production Build).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6: Ask — Next Steps &amp; Pilot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Bank Sandbox Integration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Access to bank &amp; fintech API sandboxes (e.g. NIBSS, Interswitch, partner banks) for core ledger hook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Pilot Deployment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Conduct a 30-day live pilot trial with selected POS agent banking networks in high-downtime regions.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Regulatory Guidance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Mentorship on CBN Sandbox compliance for offline financial token &amp; cryptographic settlement standards.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8BDF8"/>
                </a:solidFill>
              </a:defRPr>
            </a:pPr>
            <a:r>
              <a:t>📌 SOURCE / CITATION: Central Bank of Nigeria (CBN) Regulatory Framework for Sandbox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RESILIPAY PITCH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Slide 7: Team — The Minds Behind ResiliPay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Brayan — Lead Full-Stack &amp; Cryptographic Engineer</a:t>
            </a:r>
          </a:p>
          <a:p>
            <a:br/>
            <a:pPr>
              <a:defRPr sz="1600">
                <a:solidFill>
                  <a:srgbClr val="F8FAFC"/>
                </a:solidFill>
              </a:defRPr>
            </a:pPr>
            <a:r>
              <a:t>• Responsible for Protocol Architecture, Web Crypto API Integration, ResiliPay SDK Development, and System Design.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• Passionate about building resilient, fault-tolerant financial infrastructure for emerging markets.</a:t>
            </a:r>
          </a:p>
          <a:p>
            <a:br/>
            <a:br/>
            <a:pPr>
              <a:defRPr sz="1600">
                <a:solidFill>
                  <a:srgbClr val="F8FAFC"/>
                </a:solidFill>
              </a:defRPr>
            </a:pPr>
            <a:r>
              <a:t>👉 NEXT UP: LIVE PRODUCT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8BDF8"/>
                </a:solidFill>
              </a:defRPr>
            </a:pPr>
            <a:r>
              <a:t>📌 SOURCE / CITATION: ResiliPay Architectural Blueprint &amp; Software Development Kit (SDK v1.0).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