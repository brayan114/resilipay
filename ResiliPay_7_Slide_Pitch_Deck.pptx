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RESILIPAY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Problem: Network Downtime Cripples Digital Commerce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₦100B+ Lost Annually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Network blackouts and core banking downtime cause failed POS transfers and lost merchant revenue across Africa.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Single Point of Failure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Traditional payments rely on 100% continuous uptime from telecom towers and central bank switches.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Merchant Frustration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Cashless policies leave merchants stranded when network congestion drops peak-hour payments.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2: Solution — Feasible, Actionable &amp; Cryptographic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01. Asymmetric ECDSA Cryptography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Generates client-side P-256 digital signatures directly on the mobile device without requiring active internet connection.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02. Dual-Channel Transmission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Vouchers can be scanned instantly via high-density QR codes or sent over basic GSM SMS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03. Zero-Trust Auto-Reconciliation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Transactions are cryptographically tamper-proof offline and automatically settle to the core ledger once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3: Market &amp; Competitive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Target Market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Commercial Banks &amp; Digital Fintechs (Moniepoint, OPay, Palmpay)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1.5M+ POS Agent Banking Networks across Sub-Saharan Africa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$100B+ Annual digital transaction processing market needing 99.99% uptime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Competitive Advantage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Traditional USSD/POS: Fails when network drops.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Hardware NFC Cards: Requires expensive custom hardware &amp; physical cards.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ResiliPay Advantage: 100% Software B2B SDK, zero hardware cost, works on existing smartphones and basic SMS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4: Business Model — How We Generate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B2B SDK Licensing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Annual recurring license fee for banks and fintech mobile application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Micro-Transaction Routing Fee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Flat 0.1% or ₦5 per offline-settled voucher processed through our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Enterprise SLA &amp; Infrastructure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Custom offline node deployment and premium support for high-volume POS agent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5: Traction &amp; Validation — Proof of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Functional Protocol &amp; SDK: Built and deployed a zero-dependency cryptographic PWA &amp; SDK supporting offline ECDSA key generation, QR payload creation, and automated reconciliation.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Performance Benchmark: Verified sub-50ms cryptographic signing &amp; verification latency on standard mobile hardware with zero internet connectivity.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Cryptographic Tamper Protection: Proven tamper detection that instantly blocks modified amounts or replayed transaction nonces.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Industry Interest: Positive feedback from merchant operators and agent banking partners prioritizing uptime resilience.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6: Ask — Next Steps &amp; Pilot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Bank Sandbox Integration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Access to bank &amp; fintech API sandboxes (e.g. NIBSS, Interswitch, partner banks) for core ledger hook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Pilot Deployment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Conduct a 30-day live pilot trial with selected POS agent banking networks in high-downtime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Regulatory Guidance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Mentorship on CBN Sandbox compliance for offline financial token &amp; cryptographic settlement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7: Team — The Minds Behind ResiliPay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Brayan — Lead Full-Stack &amp; Cryptographic Engineer</a:t>
            </a:r>
          </a:p>
          <a:p>
            <a:br/>
            <a:pPr>
              <a:defRPr sz="1600">
                <a:solidFill>
                  <a:srgbClr val="F8FAFC"/>
                </a:solidFill>
              </a:defRPr>
            </a:pPr>
            <a:r>
              <a:t>• Responsible for Protocol Architecture, Web Crypto API Integration, ResiliPay SDK Development, and System Design.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Passionate about building resilient, fault-tolerant financial infrastructure for emerging markets.</a:t>
            </a:r>
          </a:p>
          <a:p>
            <a:br/>
            <a:br/>
            <a:pPr>
              <a:defRPr sz="1600">
                <a:solidFill>
                  <a:srgbClr val="F8FAFC"/>
                </a:solidFill>
              </a:defRPr>
            </a:pPr>
            <a:r>
              <a:t>👉 NEXT UP: LIVE PRODUCT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